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Tema 0 · Aspectos generales · 2º DAW</a:t>
            </a:r>
          </a:p>
          <a:p>
            <a:r>
              <a:t>El recorrido de una tecla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Introducción</a:t>
            </a:r>
          </a:p>
          <a:p>
            <a:r>
              <a:t>Qué vamos a ver y por qué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Índice de la exposición</a:t>
            </a:r>
          </a:p>
          <a:p>
            <a:r>
              <a:t>El recorrido de una pulsación de teclado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Parada 1 · La interrupción</a:t>
            </a:r>
          </a:p>
          <a:p>
            <a:r>
              <a:t>El teclado se comunica mediante interrupciones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Parada 2 · Ciclo de aceptación</a:t>
            </a:r>
          </a:p>
          <a:p>
            <a:r>
              <a:t>El ciclo de aceptación de la interrupción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Parada 3 · El ciclo de la CPU</a:t>
            </a:r>
          </a:p>
          <a:p>
            <a:r>
              <a:t>La unidad de control repite siempre el mismo bucle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Parada 4 · El tratamiento de la interrupción</a:t>
            </a:r>
          </a:p>
          <a:p>
            <a:r>
              <a:t>Del código de la tecla al proceso del navegador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Parada 5 · El reloj y la planificación</a:t>
            </a:r>
          </a:p>
          <a:p>
            <a:r>
              <a:t>El tiempo de CPU se reparte en turnos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Parada 6 · La memoria</a:t>
            </a:r>
          </a:p>
          <a:p>
            <a:r>
              <a:t>Cada dato del recorrido se guarda en un nivel de memoria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Parada 7 · El retorno</a:t>
            </a:r>
          </a:p>
          <a:p>
            <a:r>
              <a:t>RETI: se restaura el estado y el proceso continúa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</a:t>
            </a:r>
          </a:p>
          <a:p>
            <a:r>
              <a:t>El recorrido completo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</a:t>
            </a:r>
          </a:p>
          <a:p>
            <a:r>
              <a:t>Por qué interesa en diseño de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a 0 · Aspectos generales · 2º DAW — El recorrido de una tecl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ción — Qué vamos a ver y por qu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Índice de la exposición — El recorrido de una pulsación de tecla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ada 1 · La interrupción — El teclado se comunica mediante interrupcio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ada 2 · Ciclo de aceptación — El ciclo de aceptación de la interrup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ada 3 · El ciclo de la CPU — La unidad de control repite siempre el mismo bu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ada 4 · El tratamiento de la interrupción — Del código de la tecla al proceso del navegad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ada 5 · El reloj y la planificación — El tiempo de CPU se reparte en turn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ada 6 · La memoria — Cada dato del recorrido se guarda en un nivel de memor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ada 7 · El retorno — RETI: se restaura el estado y el proceso continú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 — El recorrido comple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erre — Por qué interesa en diseño de interf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recorrido de una tecla — Tema 0: Aspectos generales</dc:title>
  <dc:subject>Diseño de Interfaces Web · 2º DAW</dc:subject>
  <dc:creator>Javier Jiménez Alonso</dc:creator>
  <cp:keywords/>
  <dc:description>Exportacion estatica de Exposicion_ViajeDeUnaTecla.html (12 diapositivas 16:9, sin interaccion).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